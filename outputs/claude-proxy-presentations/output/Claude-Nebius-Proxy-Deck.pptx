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23"/>
    <p:restoredTop sz="94645"/>
  </p:normalViewPr>
  <p:slideViewPr>
    <p:cSldViewPr snapToGrid="0" snapToObjects="1">
      <p:cViewPr varScale="1">
        <p:scale>
          <a:sx n="133" d="100"/>
          <a:sy n="133" d="100"/>
        </p:scale>
        <p:origin x="1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743200"/>
            <a:ext cx="164592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CLAUDE &amp; CODEX  →  NEBIUS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AI Inference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Segoe UI"/>
              </a:rPr>
              <a:t>A lightweight proxy that lets Claude Code and Codex CLI speak to Nebius-hosted
models via the OpenAI protocol — with built-in Tavily web search.</a:t>
            </a:r>
            <a:br/>
            <a:r>
              <a:t>models via the OpenAI protocol — with built-in Tavily web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64708B"/>
                </a:solidFill>
                <a:latin typeface="Segoe UI"/>
              </a:rPr>
              <a:t>open-source MIT  ·  github.com/claude-code-proxy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Why build a bridge?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3291840" cy="2560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Vendor Lock-in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30223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4A3B8"/>
                </a:solidFill>
                <a:latin typeface="Segoe UI"/>
              </a:rPr>
              <a:t>Claude Code and Codex are hard-wired to their native APIs.
You cannot simply point them at another inference provider.</a:t>
            </a:r>
            <a:br>
              <a:rPr dirty="0"/>
            </a:b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343400" y="2194560"/>
            <a:ext cx="3291840" cy="2560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2423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Protocol Mismatch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971800"/>
            <a:ext cx="2567539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4A3B8"/>
                </a:solidFill>
                <a:latin typeface="Segoe UI"/>
              </a:rPr>
              <a:t>Claude speaks Anthropic-native SSE;
Nebius speaks OpenAI chat-completions.
Two dialects, no translator.</a:t>
            </a:r>
            <a:br>
              <a:rPr dirty="0"/>
            </a:b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7955280" y="2194560"/>
            <a:ext cx="3291840" cy="2560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423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Missing Tooling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971800"/>
            <a:ext cx="21897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4A3B8"/>
                </a:solidFill>
                <a:latin typeface="Segoe UI"/>
              </a:rPr>
              <a:t>Native web search and tool calls depend on
provider-specific infrastructure (e.g., </a:t>
            </a:r>
            <a:r>
              <a:rPr sz="1300" b="0" i="0" dirty="0" err="1">
                <a:solidFill>
                  <a:srgbClr val="94A3B8"/>
                </a:solidFill>
                <a:latin typeface="Segoe UI"/>
              </a:rPr>
              <a:t>Tavily</a:t>
            </a:r>
            <a:r>
              <a:rPr sz="1300" b="0" i="0" dirty="0">
                <a:solidFill>
                  <a:srgbClr val="94A3B8"/>
                </a:solidFill>
                <a:latin typeface="Segoe UI"/>
              </a:rPr>
              <a:t>).
You lose them when switching backends.</a:t>
            </a:r>
            <a:br>
              <a:rPr dirty="0"/>
            </a:b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One proxy, two 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29200" cy="4206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3794629" cy="42473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Segoe UI"/>
              </a:rPr>
              <a:t>Claude Code / Codex CLI
     │
     ▼
  ┌─────────────┐
  │   Proxy     │  ←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FastAPI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on localhost:8083
  │  (this repo)│
  └──────┬──────┘
         │
    ┌────┴────┐
    ▼         ▼
 Request    Response
Converter   Converter
    │         ▲
    └────┬────┘
         │
         ▼
  Nebius Token Factory
  (OpenAI-compatible endpoint)</a:t>
            </a:r>
            <a:br>
              <a:rPr dirty="0"/>
            </a:b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3968009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>
                <a:solidFill>
                  <a:srgbClr val="94A3B8"/>
                </a:solidFill>
                <a:latin typeface="Segoe UI"/>
              </a:rPr>
              <a:t>• Accepts Claude-native /v1/messages
• Accepts Codex-native /v1/responses
• Converts both to OpenAI chat-completions
• Streams responses back as native SSE
• Runs server-side </a:t>
            </a:r>
            <a:r>
              <a:rPr sz="1500" b="0" i="0" dirty="0" err="1">
                <a:solidFill>
                  <a:srgbClr val="94A3B8"/>
                </a:solidFill>
                <a:latin typeface="Segoe UI"/>
              </a:rPr>
              <a:t>Tavily</a:t>
            </a:r>
            <a:r>
              <a:rPr sz="1500" b="0" i="0" dirty="0">
                <a:solidFill>
                  <a:srgbClr val="94A3B8"/>
                </a:solidFill>
                <a:latin typeface="Segoe UI"/>
              </a:rPr>
              <a:t> search loops
• Routes models (big/middle/small/vision)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CLAUDE CODE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Claude Request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515600" cy="4206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652509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Segoe UI"/>
              </a:rPr>
              <a:t>1. Claude Code sends a Claude-native request to POST /v1/messages
2. Proxy converts the payload to OpenAI chat-completions format
   • message roles (user/assistant/tool)
   • system prompt → system message
   • images → base64 content blocks
3. Tool calls are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sanitised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:
   • buffer partial JSON fragments
   • strip leaked control tokens
   • deduplicate and repair malformed JSON
4. Response converter turns OpenAI SSE chunks
   into Anthropic-style SSE events:
  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content_block_start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→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content_block_delta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→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content_block_stop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
5. Claude Code receives a native-looking stream
   with tool calls, thinking blocks and usage metadata.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CODEX CLI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Codex Request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515600" cy="4206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529142" cy="42473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Segoe UI"/>
              </a:rPr>
              <a:t>1. Codex CLI sends a Responses-API request to POST /v1/responses
2. Proxy maps the new wire format to OpenAI chat-completions:
   • instructions → system message
   • input items   → messages array
   •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reasoning_effort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/ model mapping forwarded
3. Custom tool shapes are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normalised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:
   •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text_editor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exec_command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apply_patch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→ function tools
   • namespace tools flattened and remapped
   •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builtin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tools (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web_search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local_shell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) handled explicitly
4. On the return path, OpenAI SSE is converted to
   Responses API SSE with buffered text/tool events
   and accumulated usage metadata.
5. Codex CLI sees a perfectly native stream —
   including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tool_use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output_item.done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 and </a:t>
            </a:r>
            <a:r>
              <a:rPr sz="1400" b="0" i="0" dirty="0" err="1">
                <a:solidFill>
                  <a:srgbClr val="FFFFFF"/>
                </a:solidFill>
                <a:latin typeface="Segoe UI"/>
              </a:rPr>
              <a:t>message.completed</a:t>
            </a:r>
            <a:r>
              <a:rPr sz="1400" b="0" i="0" dirty="0">
                <a:solidFill>
                  <a:srgbClr val="FFFFFF"/>
                </a:solidFill>
                <a:latin typeface="Segoe UI"/>
              </a:rPr>
              <a:t>.</a:t>
            </a:r>
            <a:br>
              <a:rPr dirty="0"/>
            </a:b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CORE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What the proxy actually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3291840" cy="3657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Segoe UI"/>
              </a:rPr>
              <a:t>Request Converter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0127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Segoe UI"/>
              </a:rPr>
              <a:t>• Claude → OpenAI message format
• Image MIME type detection
• Tool schema </a:t>
            </a:r>
            <a:r>
              <a:rPr sz="1300" b="0" i="0" dirty="0" err="1">
                <a:solidFill>
                  <a:srgbClr val="FFFFFF"/>
                </a:solidFill>
                <a:latin typeface="Segoe UI"/>
              </a:rPr>
              <a:t>sanitisation</a:t>
            </a:r>
            <a:r>
              <a:rPr sz="1300" b="0" i="0" dirty="0">
                <a:solidFill>
                  <a:srgbClr val="FFFFFF"/>
                </a:solidFill>
                <a:latin typeface="Segoe UI"/>
              </a:rPr>
              <a:t>
• Context auto-trimming (preserves tool pairs)
• Dynamic effort forwarding</a:t>
            </a:r>
            <a:br>
              <a:rPr dirty="0"/>
            </a:b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343400" y="2194560"/>
            <a:ext cx="3291840" cy="3657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2423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Segoe UI"/>
              </a:rPr>
              <a:t>Response Converter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017520"/>
            <a:ext cx="3039177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Segoe UI"/>
              </a:rPr>
              <a:t>• OpenAI SSE → Claude SSE
• OpenAI SSE → Responses SSE
• Reasoning channel extraction
• Thinking / </a:t>
            </a:r>
            <a:r>
              <a:rPr sz="1300" b="0" i="0" dirty="0" err="1">
                <a:solidFill>
                  <a:srgbClr val="FFFFFF"/>
                </a:solidFill>
                <a:latin typeface="Segoe UI"/>
              </a:rPr>
              <a:t>redacted_thinking</a:t>
            </a:r>
            <a:r>
              <a:rPr sz="1300" b="0" i="0" dirty="0">
                <a:solidFill>
                  <a:srgbClr val="FFFFFF"/>
                </a:solidFill>
                <a:latin typeface="Segoe UI"/>
              </a:rPr>
              <a:t> passthrough
• Finish reason → Anthropic </a:t>
            </a:r>
            <a:r>
              <a:rPr sz="1300" b="0" i="0" dirty="0" err="1">
                <a:solidFill>
                  <a:srgbClr val="FFFFFF"/>
                </a:solidFill>
                <a:latin typeface="Segoe UI"/>
              </a:rPr>
              <a:t>stop_reason</a:t>
            </a:r>
            <a:br>
              <a:rPr dirty="0"/>
            </a:b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7955280" y="2194560"/>
            <a:ext cx="3291840" cy="3657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423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  <a:latin typeface="Segoe UI"/>
              </a:rPr>
              <a:t>Resilience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2940677" cy="13696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Segoe UI"/>
              </a:rPr>
              <a:t>• JSON repair on malformed tool calls
• Control-token stripping (Kimi-K2)
• Context-length self-healing
• Retry with backoff
• Dead-code cleanup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TAVILY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Server-side web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7132320" cy="4206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6086666" cy="38779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>
                <a:solidFill>
                  <a:srgbClr val="FFFFFF"/>
                </a:solidFill>
                <a:latin typeface="Segoe UI"/>
              </a:rPr>
              <a:t>When TAVILY_API_KEY is set:
1. Proxy detects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web_search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 or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WebSearch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 tool calls in-flight.
2. It injects a system-prompt supplement telling the model
   to call search on its own turn.
3. It runs the search itself via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run_search_loop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() — up to
   SERVER_SEARCH_MAX_ITERS (default 4) with TAVILY_MAX_RESULTS.
4. Results are fed back as a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tool_result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 message, then the
   model continues with the enriched context.
5. Codex gets synthetic SSE events; Claude gets native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tool_result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.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8138160" y="2103120"/>
            <a:ext cx="3200400" cy="4206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0" y="2331720"/>
            <a:ext cx="2988126" cy="21544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 dirty="0">
                <a:solidFill>
                  <a:srgbClr val="94A3B8"/>
                </a:solidFill>
                <a:latin typeface="Segoe UI"/>
              </a:rPr>
              <a:t>Benefits
✓  No client-side search keys
✓  Works behind any provider
✓  Claude Code gets real results
✓  Codex CLI gets real results
✓  Bounded loop prevents runaway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MODEL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Smart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5915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Segoe UI"/>
              </a:rPr>
              <a:t>Opus / o3 →  BIG_MODEL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35915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zai-org/GLM-4.5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35915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Large reasoning tasks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Segoe UI"/>
              </a:rPr>
              <a:t>Sonnet / mid → MIDDLE_MODEL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36499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zai-org/GLM-4.5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36499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Balanced cost &amp;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Segoe UI"/>
              </a:rPr>
              <a:t>Haiku / fast → SMALL_MODEL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37083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zai-org/GLM-4.5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37083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Low-latency queries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12080"/>
            <a:ext cx="105156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37667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  <a:latin typeface="Segoe UI"/>
              </a:rPr>
              <a:t>Vision / images → VISION_MODEL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37667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Qwen/Qwen2.5-VL-72B-Instruct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37667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Segoe UI"/>
              </a:rPr>
              <a:t>Image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4708B"/>
                </a:solidFill>
                <a:latin typeface="Segoe UI"/>
              </a:rPr>
              <a:t>Defaults are Nebius-centric; override via env vars (BIG_MODEL, VISION_MODEL, …).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META-SLIDE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How this deck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515600" cy="4206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6403356" cy="3647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>
                <a:solidFill>
                  <a:srgbClr val="FFFFFF"/>
                </a:solidFill>
                <a:latin typeface="Segoe UI"/>
              </a:rPr>
              <a:t>This presentation was generated by the proxy itself:
1. The user asked Codex (running through this proxy) to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analyse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 the repo.
2. Codex read README, ARCHITECTURE, CHANGELOG and source files.
3.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Tavily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 enriched the research with current patterns in SSE bridging.
4. Codex wrote a Python script using python-pptx with an elegant
   dark-mode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colour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 system (#0B1220 background, teal &amp; cyan accents).
5. The script generated a 10-slide, 16:9 PowerPoint (.pptx) —
   including architecture diagrams, code snippets, and a meta-narrative
   showing the proxy end-to-end.
In other words: you are looking at a real artefact produced by
Claude Code → Proxy → Nebius → Codex → python-pptx → this deck.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Segoe U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What you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7132320" cy="4206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6377130" cy="40626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>
                <a:solidFill>
                  <a:srgbClr val="FFFFFF"/>
                </a:solidFill>
                <a:latin typeface="Segoe UI"/>
              </a:rPr>
              <a:t>•  A single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FastAPI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 proxy bridging Claude-native and Codex-native clients
   to any OpenAI-compatible endpoint (Nebius Token Factory by default).
•  Full request/response conversion — messages, images, tools, thinking,
   reasoning effort, stop reasons and usage metadata.
•  Server-side </a:t>
            </a:r>
            <a:r>
              <a:rPr sz="1500" b="0" i="0" dirty="0" err="1">
                <a:solidFill>
                  <a:srgbClr val="FFFFFF"/>
                </a:solidFill>
                <a:latin typeface="Segoe UI"/>
              </a:rPr>
              <a:t>Tavily</a:t>
            </a:r>
            <a:r>
              <a:rPr sz="1500" b="0" i="0" dirty="0">
                <a:solidFill>
                  <a:srgbClr val="FFFFFF"/>
                </a:solidFill>
                <a:latin typeface="Segoe UI"/>
              </a:rPr>
              <a:t> web search so both Claude Code and Codex CLI
   can research live from behind the proxy.
•  Automatic model routing (big / middle / small / vision) with
   sensible defaults and easy overrides.
•  Resilient streaming with JSON repair, control-token stripping,
   context-length self-healing and retry backoff.
•  MIT-licensed, open-source, and ready to clone.</a:t>
            </a:r>
            <a:br>
              <a:rPr dirty="0"/>
            </a:b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8138160" y="2103120"/>
            <a:ext cx="3200400" cy="42062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0" y="2331720"/>
            <a:ext cx="26132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DD4BF"/>
                </a:solidFill>
                <a:latin typeface="Segoe UI"/>
              </a:rPr>
              <a:t>Get Started
git clone </a:t>
            </a:r>
            <a:r>
              <a:rPr sz="1400" b="0" i="0" dirty="0" err="1">
                <a:solidFill>
                  <a:srgbClr val="2DD4BF"/>
                </a:solidFill>
                <a:latin typeface="Segoe UI"/>
              </a:rPr>
              <a:t>github.com</a:t>
            </a:r>
            <a:r>
              <a:rPr sz="1400" b="0" i="0" dirty="0">
                <a:solidFill>
                  <a:srgbClr val="2DD4BF"/>
                </a:solidFill>
                <a:latin typeface="Segoe UI"/>
              </a:rPr>
              <a:t>/</a:t>
            </a:r>
            <a:r>
              <a:rPr sz="1400" b="0" i="0" dirty="0" err="1">
                <a:solidFill>
                  <a:srgbClr val="2DD4BF"/>
                </a:solidFill>
                <a:latin typeface="Segoe UI"/>
              </a:rPr>
              <a:t>claude</a:t>
            </a:r>
            <a:r>
              <a:rPr sz="1400" b="0" i="0" dirty="0">
                <a:solidFill>
                  <a:srgbClr val="2DD4BF"/>
                </a:solidFill>
                <a:latin typeface="Segoe UI"/>
              </a:rPr>
              <a:t>-code-proxy
./</a:t>
            </a:r>
            <a:r>
              <a:rPr sz="1400" b="0" i="0" dirty="0" err="1">
                <a:solidFill>
                  <a:srgbClr val="2DD4BF"/>
                </a:solidFill>
                <a:latin typeface="Segoe UI"/>
              </a:rPr>
              <a:t>install.sh</a:t>
            </a:r>
            <a:r>
              <a:rPr sz="1400" b="0" i="0" dirty="0">
                <a:solidFill>
                  <a:srgbClr val="2DD4BF"/>
                </a:solidFill>
                <a:latin typeface="Segoe UI"/>
              </a:rPr>
              <a:t>
</a:t>
            </a:r>
            <a:r>
              <a:rPr sz="1400" b="0" i="0" dirty="0" err="1">
                <a:solidFill>
                  <a:srgbClr val="2DD4BF"/>
                </a:solidFill>
                <a:latin typeface="Segoe UI"/>
              </a:rPr>
              <a:t>claude</a:t>
            </a:r>
            <a:r>
              <a:rPr sz="1400" b="0" i="0" dirty="0">
                <a:solidFill>
                  <a:srgbClr val="2DD4BF"/>
                </a:solidFill>
                <a:latin typeface="Segoe UI"/>
              </a:rPr>
              <a:t> --proxy
# or
codex --full-auto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1272</Words>
  <Application>Microsoft Macintosh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Kiran Raj Rajendran (ADM)</cp:lastModifiedBy>
  <cp:revision>2</cp:revision>
  <dcterms:created xsi:type="dcterms:W3CDTF">2013-01-27T09:14:16Z</dcterms:created>
  <dcterms:modified xsi:type="dcterms:W3CDTF">2026-06-08T10:19:17Z</dcterms:modified>
  <cp:category/>
</cp:coreProperties>
</file>